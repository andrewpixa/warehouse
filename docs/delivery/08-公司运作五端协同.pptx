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开场：今天不报菜单。三件事：公司怎么转、异常怎么处理；进销存每一步作用效果；如何判断回款。目标是让客户觉得可以交付。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客户若急着问钱，告知第三块会单独讲透，先把货和票的闭环立住。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请先忘掉软件。五件事。压成一句话。异常下一页才展开。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进货三段：作用效果带来什么。强调可售库存必须合格批号。付款仍走签字，系统记已付款标志。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开票出库四段。结束时三件事必须同时成立：库存已扣、发票有号、货已按线路出。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签收、回款、流向三块。强调开票不是完成，签收和回款才闭合。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异常总表。后面四页展开进货、开票、退货、回款对不上。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进货异常六类。强调完结状态。系统用到货异常单 + 质量状态 + 统筹值 + 物流联系单接住。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开票四类异常。核心：闸口在开票前，不在仓库捡货时。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退货核心：票货双向可逆。改票加签 1000 元门槛要提到。两条物理路径。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回款异常三种。为下一章「如何判断有没有回款」铺垫：系统用金额规则卡住。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闭环总图。主链 8 步 + 旁路如何回来。强调状态机而不是模块名。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草稿是交付关键设计。讲实测 9999 件。日清暴露草稿。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发票号是回款和追溯的主键。讲 20 位结构、三种查询、红冲绑定原号。出库单号 CK/HC 管作业，发票号管税务和对账。SPDID 管行和码。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回款判断核心页。对象、默认值、三态规则、冲账如何改金额。不要讲成「财务随便点一下」。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回款动作表。重点讲现结阻断 vs 月结只列。冲账单与标记回款是两条入口，规则相同。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货的三道闸。回款建立在正确出库和正确签收之上。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码和流向。务必讲清 ≠ 码上放心。日清缺码阻断。账号次日生效。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日清是交付收口。列阻断项。月结未回款不挡日清。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五端只作为「谁动手」的附录。不要再把整场讲成端的介绍。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交付证据页。用实测能力说话。不要提演示弱口令当卖点。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收束：交付口径一句。三件客户配合。现场最少四步演示。提问优先回款、发票号、草稿、异常。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8BA8"/>
                </a:solidFill>
                <a:latin typeface="PingFang SC"/>
                <a:ea typeface="PingFang SC"/>
                <a:cs typeface="PingFang SC"/>
              </a:rPr>
              <a:t>对客交付介绍  ·  药企进销存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公司如何运行，异常如何处理
进销存如何做成全链路闭环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9D7E8"/>
                </a:solidFill>
                <a:latin typeface="PingFang SC"/>
                <a:ea typeface="PingFang SC"/>
                <a:cs typeface="PingFang SC"/>
              </a:rPr>
              <a:t>货在哪  ·  票开了没  ·  对方回款了没  ·  流向能不能查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8B8C9"/>
                </a:solidFill>
                <a:latin typeface="PingFang SC"/>
                <a:ea typeface="PingFang SC"/>
                <a:cs typeface="PingFang SC"/>
              </a:rPr>
              <a:t>依据贵司《公司运作流程图2023》
讲清每一步的作用、效果、带来什么
含草稿机制、20 位全电发票号、回款三态判断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CB0"/>
                </a:solidFill>
                <a:latin typeface="PingFang SC"/>
                <a:ea typeface="PingFang SC"/>
                <a:cs typeface="PingFang SC"/>
              </a:rPr>
              <a:t>主链路可走通、可拦住、可对账，配合域名与岗位即可上线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8A9CB0"/>
                </a:solidFill>
                <a:latin typeface="PingFang SC"/>
                <a:ea typeface="PingFang SC"/>
                <a:cs typeface="PingFang SC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今天必须讲清楚的三件事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约 20 分钟讲解，随后按一单货打开系统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471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234440" cy="138988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27048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公司如何运行，异常如何处理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84248"/>
            <a:ext cx="9509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先不谈软件。按 2023 流程图讲进货、开票出库、签收、回款、流向；再按谁发现、谁处理、处理到什么状态，把例外讲全。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112471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1234440" cy="138988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081528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进销存如何做成全链路闭环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538728"/>
            <a:ext cx="9509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每一步为什么要有草稿、确认、批号、发票号、待收货、日清。做完库存和票发生什么变化，给公司带来什么。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112471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234440" cy="1389888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7375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636008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如何判断对方有没有回款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93208"/>
            <a:ext cx="9509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判断对象、三种状态的硬规则、现结与月结、未回款列表、发票号一查、冲账单如何改金额。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2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一、公司如何运行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正常运转就这一句话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合同进货 → 合格库存 → 开票扣账 → 送到签收 → 回款冲账 → 流向可查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240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240280" cy="64008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进货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94560"/>
            <a:ext cx="2011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采购合同
仓库收货
质量合格勾单
结算付款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4114800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没有合格库存，后面都是空的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371600"/>
            <a:ext cx="2240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371600"/>
            <a:ext cx="2240280" cy="64008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14813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开票出库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94560"/>
            <a:ext cx="2011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需求预处理
分货 / 开票
释放配货
线路送达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114800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货离开时：库存已扣、发票已有号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371600"/>
            <a:ext cx="2240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371600"/>
            <a:ext cx="2240280" cy="64008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4813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签收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2194560"/>
            <a:ext cx="2011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客户签收或拒收
再送或转销退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4114800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货到了不算完，流向在签收后落袋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1371600"/>
            <a:ext cx="2240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371600"/>
            <a:ext cx="2240280" cy="64008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14813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回款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194560"/>
            <a:ext cx="2011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到账 / 支票
业务员勾兑发票
会计冲欠款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4114800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要能回答：这一票钱回来没有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02368" y="1371600"/>
            <a:ext cx="2240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8" y="1371600"/>
            <a:ext cx="2240280" cy="64008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8" y="14813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流向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2194560"/>
            <a:ext cx="2011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当日结算
厂家次日可查
错了可修正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4114800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对厂家交代，对内可日清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3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一、公司如何运行  ·  进货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货必须变成「可开票的合格批号」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本部当天入库；外购第二天下班前入库；合格商品才允许勾单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233172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3346704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把供应商的货变成仓库里可核对、可开票的库存。没有这一步，销售全是空转。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73152" cy="233172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19072"/>
            <a:ext cx="3346704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库存粒度是：药品 × 仓库 × 批号 × 质量状态。不合格、待复检不能当可售。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73152" cy="233172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带来什么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3346704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开票员按现货开；财务按进货结算付款；质量事故能追到批号和验收结论。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94760"/>
            <a:ext cx="113385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02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岗位交接（流程图原逻辑）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采购员做进货合同  →  仓库收货  →  合格则勾单生成库存  →  采购按进货单和进货发票做进货结算
需要付款：采购打印付款单，发票与付款单交总监、总经理签名，财务付款；付款后可查已付款标志。
需要退厂：采购录进货退货单，仓库进退或厂家凭委托函提货；厂家提供负数发票。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4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一、公司如何运行  ·  开票出库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客户要货，必须先过闸再开票再仓配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入口：全药网 / 药交平台网单、线下计划、开票员录入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246888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2478024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网单、口头表格、开票员录 BMS 订单，三条需求合成一张待处理订单。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801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73152" cy="246888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闸口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719072"/>
            <a:ext cx="2478024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信誉额、客户证照、是否分货、价格。缺货先登记，有现货且分货完成才能开票。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801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73152" cy="246888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开票释放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719072"/>
            <a:ext cx="2478024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开票员开票，释放订单，WMS 配货成功。财务配发票号、打印清单。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2801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280160"/>
            <a:ext cx="73152" cy="246888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仓配送达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719072"/>
            <a:ext cx="2478024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打印标签、捡货包装、按线路打随货同行 / 签收单 / 路单，干支线送到客户。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931920"/>
            <a:ext cx="11338560" cy="2194560"/>
          </a:xfrm>
          <a:prstGeom prst="roundRect">
            <a:avLst>
              <a:gd name="adj" fmla="val 8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这一步结束时，公司必须同时成立三件事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5E0EE"/>
                </a:solidFill>
                <a:latin typeface="PingFang SC"/>
                <a:ea typeface="PingFang SC"/>
                <a:cs typeface="PingFang SC"/>
              </a:rPr>
              <a:t>1. 对应批号库存已经扣减，不能超卖。    2. 这一票已经有唯一发票号，后面回款和追溯都认这个号。
3. 仓库按线路把货和随货单据送出去，客户能签收或拒收。
作用：把「要货」变成可承运、可对票的出库。效果：开票、仓配、运输不再各记各的账。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5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一、公司如何运行  ·  签收 / 回款 / 流向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货到了不算完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公司每天要能回答：货在哪、票开了没、钱回来没、厂家能不能查到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006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客户签收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客户签收：流向落袋。
客户拒收：货拉回，按业务员要求入库或再送。
作用：销售完成以签收为准，不是以开票为准。
效果：待收货、已签收、拒收可区分。
带来：流向和应收都有时点。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73152" cy="480060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货款回来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客户做账 → 付款审批 → 公对公或支票到账。
业务员按欠款明细勾兑发票。
会计按到账金额冲欠款。
作用：到账是财务事实，勾兑是业务动作。
效果：必须金额对齐才能平账。
带来：可催收、可日清、可对审计。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73152" cy="480060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厂家流向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当天销售结算生成销售额和流向。
厂家第二天可查。
查错：先查明细，再采供核实，IT 修正。
网上查：品种集合 + 查询账号，次日生效。
作用：对厂家交代货卖到哪。
带来：减少流向投诉和手工改数。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6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二、异常如何处理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例外写全了，软件才值得上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只做正常单，上线第一周就会回到微信群。按发现人、处理人、完结状态管理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11338560" cy="36576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0759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307592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典型异常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30759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完结状态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27632"/>
            <a:ext cx="11338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700784"/>
            <a:ext cx="1371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进货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9384" y="1700784"/>
            <a:ext cx="56692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合同不符、缺资料、残损、超温、超统筹、超 100 件未预约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1700784"/>
            <a:ext cx="4023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拒收 / 待复检改合格 / 额度够了再入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96312"/>
            <a:ext cx="11338560" cy="868680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569464"/>
            <a:ext cx="1371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开票配货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9384" y="2569464"/>
            <a:ext cx="56692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缺货、待分货、释放失败（门槛、散件不足、统筹）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2569464"/>
            <a:ext cx="4023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补货完成、分货完成、释放成功才能仓配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64992"/>
            <a:ext cx="11338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438144"/>
            <a:ext cx="1371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在途退货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9384" y="3438144"/>
            <a:ext cx="56692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拒收、滞销、开错票、召回、改票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3438144"/>
            <a:ext cx="4023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再送或销退入库 + 负流向 + 负数发票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233671"/>
            <a:ext cx="11338560" cy="868680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306823"/>
            <a:ext cx="1371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回款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9384" y="4306823"/>
            <a:ext cx="56692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到账与冲账不一致、正负对冲、客户漏单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4306823"/>
            <a:ext cx="4023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正常冲账 / 挂账审批 / 漏单补进明细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102352"/>
            <a:ext cx="11338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5175504"/>
            <a:ext cx="1371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流向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9384" y="5175504"/>
            <a:ext cx="56692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厂家认为流向有误、要网上查询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5175504"/>
            <a:ext cx="4023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核实后修正；账号次日生效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7  / 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二、异常  ·  进货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货到了，不等于可以卖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待复检、不合格、拒收，绝不能混进可开票库存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1292840" cy="36576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80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2801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怎么处理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28016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怎样才算完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00200"/>
            <a:ext cx="11292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67335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来货与合同不符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673352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仓库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167335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采购重录合同，或通知拒收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673352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拒收离场或按新合同再收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58568"/>
            <a:ext cx="11292840" cy="658368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233172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缺少资料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4" y="2331720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仓库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2504" y="23317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入待复检，采购补资料，质量审批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33172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质量改为合格才能勾单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916935"/>
            <a:ext cx="11292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2990087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货品残损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4" y="2990087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仓/采/质量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2504" y="2990087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不合格、待复检或拒收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2990087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不合格不进可售库存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75304"/>
            <a:ext cx="11292840" cy="658368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3648456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超温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0904" y="3648456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仓库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04" y="3648456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温度保证函交质量审核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3648456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质量判断是否改合格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33672"/>
            <a:ext cx="11292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" y="430682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无 / 超统筹值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0904" y="4306824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采购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2504" y="4306824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运营向物流申请增加入库或库容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4306824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额度够了才能释放入库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892039"/>
            <a:ext cx="11292840" cy="658368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965191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超 100 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4965191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仓库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2504" y="4965191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物流联系单预约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4" y="4965191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预约成功再收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8  / 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二、异常  ·  开票与配货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无货、无分货、无额度，不能扔给仓库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仓库拿到的必须是已经释放成功的单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006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缺货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247802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开票员缺货登记，采购按品种补货。
作用：缺货可见、可催。
效果：有现货才允许开票。
带来：采购按开票缺口补，而不是凭感觉。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80160"/>
            <a:ext cx="27889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73152" cy="480060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分货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719072"/>
            <a:ext cx="247802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需要分货则联系分货人员，完成后开票员才能开票。
作用：计划优先权进系统。
效果：未分完不能释放。
带来：减少「先开了再抢货」。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80160"/>
            <a:ext cx="27889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73152" cy="4800600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释放失败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719072"/>
            <a:ext cx="247802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统筹值、原散件不足、门槛、系统问题。
对症：加统筹、移特殊库、调门槛。
作用：失败原因可分类。
带来：不再群里喊「单子放不出去」。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280160"/>
            <a:ext cx="27889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280160"/>
            <a:ext cx="73152" cy="480060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389888"/>
            <a:ext cx="2478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特殊送货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719072"/>
            <a:ext cx="247802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向运营经理申请，同意后开票员写物流联系单。
作用：例外送货有批准。
效果：仓配按单执行。
带来：干支线不被临时口头打乱。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9  / 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二、异常  ·  拒收、销退、改票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退货必须票货双向可逆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不是仓库先收了再说，而是通知单 → 签名 → 释放 → 入库 → 负流向 → 负数发票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94A48"/>
                </a:solidFill>
                <a:latin typeface="PingFang SC"/>
                <a:ea typeface="PingFang SC"/>
                <a:cs typeface="PingFang SC"/>
              </a:rPr>
              <a:t>签名链（流程图原逻辑，系统变成可查状态）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业务员注明原因并签名  →  销售区经理 / 总监或采供专员签名  →  运营经理释放  →  仓库按实物入库
→  信息运营勾单产生负流向  →  财务凭退货材料出负数发票。改票须先谈妥单价；差额大于 1000 元信息运营总监加签。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816352"/>
            <a:ext cx="55778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73152" cy="324612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26080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两条物理路径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55264"/>
            <a:ext cx="5266944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运输的收货通知单：下次送到该地点时按明细收回退货。
不运输的：客户拒收未入仓、货物已在仓库、或业务员直接把退货和明细送回仓库——按实物和通知单入库。
作用：仓库按单收，不按记忆收。
效果：退货原因、责任人、是否运输写在同一张单。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16352"/>
            <a:ext cx="55778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816352"/>
            <a:ext cx="73152" cy="324612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926080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做完必须同时发生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255264"/>
            <a:ext cx="5266944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库存按批号加回（待验或原质量）。
销退明细 + 负流向，厂家次日看到冲减。
财务出负数发票 / 红冲，原发票号可互查。
发票随货再送或送办公室由业务员签收。
带来什么：对客户可交代，对厂家流向不会长期错，对内能追责任人。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10  / 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二、异常  ·  回款对不上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钱到了不等于账平了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到账是财务事实；勾兑是业务员动作；对不齐必须走挂账，不能口头说收齐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006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冲账 = 到账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正常交财务会计冲账。
作用：平账有依据。
效果：该发票变为已回款或按金额部分回款。
带来：催收名单自动缩短。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73152" cy="4800600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冲账 ≠ 到账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挂账冲账，OA 审批，销售内务签名后再交会计。
作用：差额可见、有人签字。
效果：不允许直接标已回款。
带来：审计能看到为什么不平。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73152" cy="480060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正负对冲 / 漏单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明细含正负对冲：信息运营总监签名。
对账发现漏单：客户补进当月付款明细再冲。
作用：特殊冲账升级审批。
带来：漏单能补，不能瞒。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11  / 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三、进销存如何闭环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不是另发明一套公司，是让下一步发生之前必须先完成上一步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主链走状态；异常走旁路单据；最终都回到货、票、钱、码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档案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品种 / 客户
供应商 / 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采购草稿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可改可删
不动库存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确认入库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合格才入
批号库存+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销售草稿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可改可删
可预填发票号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确认出库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按批号扣减
生成发票号
进入待收货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签收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流向落袋
拒收可再送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98864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回款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三态判断
冲账改金额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25328" y="1325880"/>
            <a:ext cx="13898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25328" y="1325880"/>
            <a:ext cx="1389888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80192" y="146304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日清月结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0192" y="2011680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阻断未完成
当天销售额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520440"/>
            <a:ext cx="11338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旁路异常如何回到主链（不会消失在微信里）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109728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缺货补货完成 → 才能开销售草稿并确认出库。    到货异常质量改合格 → 才能确认入库。
分货完成 / 信誉额生效 / 统筹值生效 → 才能释放出库。    销退已入库 → 库存加回，红冲绑定原发票号。
冲账单已冲账 → 原出库单已回金额增加，状态重算。    日清把仍停留在草稿、缺码、现结未回款的单拦下来。
作用：每张旁路单都有完结状态。效果：主链不会被「先开出去再说」打断。带来：全链路可核对、可交付验收。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12  / 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三、闭环设计  ·  草稿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没有草稿，账一定脏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采购入库、销售出库、销退、冲账都可以先录。货未验完、票未谈拢，绝不能动库存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006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给开票、保管、业务一个「先把单做上」的位置。
未确认：可改客户、批号、数量，可整单删除。
已确认：不能再当草稿改，不能再删。要改只能走红冲、销退、质量调整。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73152" cy="480060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效果（系统硬规则）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入库确认：整单验收必须合格，明细不能有待验/不合格。
出库确认：按批号原子扣减；不够则拒绝，单据仍是草稿，库存不脏写。
双击确认：用「状态仍是草稿」认领，不会扣两次。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73152" cy="480060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带来什么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实测：草稿出库 9999 件，确认提示库存不足（现有 160），删除草稿后库存仍 160。
日清会列出当天还停在草稿的入出库，迫使当天处理或明确留到明天。
对应「销售结算前，先暴露未完成的单」。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13  / 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三、闭环设计  ·  发票号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一张货、一张票、一个号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对齐全电发票与公司票样：20 位数字 = 年度 2 位 + 赋码段 8 位 + 顺序号 10 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8A3A"/>
                </a:solidFill>
                <a:latin typeface="PingFang SC"/>
                <a:ea typeface="PingFang SC"/>
                <a:cs typeface="PingFang SC"/>
              </a:rPr>
              <a:t>号码结构示例（2026 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          +          95700000          +          0121085238          =          20 位全电号码
年度                        开票方赋码段                                   顺序号（与已开号段续排，避免撞号）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999232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999232"/>
            <a:ext cx="73152" cy="141732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108960"/>
            <a:ext cx="53583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何时取号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38144"/>
            <a:ext cx="5358384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草稿可预填。确认出库时若为空，系统按日期自动取号并写死。号码全局唯一，重复直接拒绝。年度+赋码段必须和开票日期一致。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99232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99232"/>
            <a:ext cx="73152" cy="141732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3108960"/>
            <a:ext cx="53583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如何查找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438144"/>
            <a:ext cx="5358384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允许三种输入：20 位全号、后 10 位顺序号、出库单号（CK…）。财务只记下半段也能找到这一票。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53712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53712"/>
            <a:ext cx="73152" cy="141732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663440"/>
            <a:ext cx="53583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串起什么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992624"/>
            <a:ext cx="5358384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回款状态、已回金额、红冲原发票号、追溯码、出库打印包、厂家流向，全部挂在这一个号上。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553712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553712"/>
            <a:ext cx="73152" cy="141732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4663440"/>
            <a:ext cx="53583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红冲怎么挂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992624"/>
            <a:ext cx="5358384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红冲单必须填原发票号，冲减数量不能超过原单还可红冲数。新号另编，两边互查。红冲单不标记回款。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14  / 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四、如何判断对方有没有回款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判断的是「这一张已确认的发票」，不是客户口头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草稿出库不进入回款判断；红冲单不标记回款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73152" cy="484632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判断对象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00784"/>
            <a:ext cx="5266944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已经确认的销售出库单（正常单）。
用 20 位发票号标识这一票货。
每张单同时记录：
· 出库金额
· 已回金额
· 回款状态：未回款 / 部分回款 / 已回款
· 结算方式：现结 / 月结
· 回款时间（一旦有回款）
确认出库时默认：未回款、已回 0。
没有发票号的单不会进入未回款列表。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61872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61872"/>
            <a:ext cx="73152" cy="484632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71600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三态硬规则（系统写死）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00784"/>
            <a:ext cx="5266944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未回款：已回金额强制为 0。
部分回款：必须填已回金额，且大于 0、小于出库金额。收齐了不准选「部分」。
已回款：已回金额不能小于出库金额；没填则视为收齐，写成出库金额。
已回不能为负。
冲账单推进「已冲账」时：把本次金额加到该发票已回上，加满变已回款，否则变部分回款。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15  / 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四、回款  ·  每一步的作用和效果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看见、拦住、冲平，三件都要有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现结当天必须处理；月结必须看见，但不挡仓库收工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1338560" cy="36576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5272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527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2527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带来什么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72768"/>
            <a:ext cx="11338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645920"/>
            <a:ext cx="1828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未回款列表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584" y="1645920"/>
            <a:ext cx="3291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只列已确认、有发票、尚未已回款的正常出库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164592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按客户 / 发票号筛选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164592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业务员对着列表催，不翻本子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04288"/>
            <a:ext cx="11338560" cy="731520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2377440"/>
            <a:ext cx="1828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发票号查询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6584" y="2377440"/>
            <a:ext cx="3291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输入全号、后 10 位或出库单号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9864" y="237744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看到金额、已回、状态、红冲、码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237744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财务 10 秒判断这一票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35808"/>
            <a:ext cx="11338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3108960"/>
            <a:ext cx="1828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标记回款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3108960"/>
            <a:ext cx="3291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按到账事实改三态和已回金额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9864" y="310896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违反金额规则直接拒绝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310896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不能口头说收齐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67328"/>
            <a:ext cx="11338560" cy="731520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3840480"/>
            <a:ext cx="1828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收款冲账单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6584" y="3840480"/>
            <a:ext cx="3291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业务员勾兑后提交，财务推进已冲账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9864" y="384048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已回金额累加并重算状态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384048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冲账有单号、可追溯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498848"/>
            <a:ext cx="11338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" y="4572000"/>
            <a:ext cx="1828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日清 · 现结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6584" y="4572000"/>
            <a:ext cx="3291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现结未回 / 部分回款作为阻断项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9864" y="457200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未清不能点日清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457200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现结不隔夜糊弄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30368"/>
            <a:ext cx="11338560" cy="731520"/>
          </a:xfrm>
          <a:prstGeom prst="rect">
            <a:avLst/>
          </a:prstGeom>
          <a:solidFill>
            <a:srgbClr val="E8EEF5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5303520"/>
            <a:ext cx="1828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日清 · 月结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86584" y="5303520"/>
            <a:ext cx="3291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月结未回款单独列出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9864" y="530352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看见但不挡当天日清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7384" y="5303520"/>
            <a:ext cx="2926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催收节奏匹配月结客户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16  / 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三、闭环设计  ·  货必须管住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批号库存、防超卖、防重复收货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这三件事不过关，回款判断没有意义——钱对了货却是错的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006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批号库存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作用：可售不是一个总数，是某仓某批是否合格、何时到期。
效果：开票必须指定批号；近效期 / 过期可筛。
带来：GSP 能查批；不合格批次不能当正常货开出。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73152" cy="480060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防超卖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作用：确认出库时按批号扣减，不够则拒绝。
效果：单据留在草稿，库存不脏写。已实测 9999 对 160。
带来：仓库账和开票账同一时点，不会卖空气。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73152" cy="4800600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389888"/>
            <a:ext cx="33467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防重复收货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334670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作用：待收货才能签收或拒收；实收不得大于发货。
效果：已签收再提交失败；并发双击不会签成两笔。
带来：流向不会重复落袋，应收不会翻倍。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17  /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三、闭环设计  ·  码和流向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发票号找到整票，SPDID 找到这一行药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系统内可采、可查、可防重复；厂家账号次日生效。这不是已经对接码上放心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006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追溯码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526694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确认出库后，按发票号可查询出库头、明细 SPDID、已采集的码。
扫码采码挂在 SPDID 上。同一码再采：直接拒绝。
作用：货与票与码三对齐。
效果：缺码的出库在日清里会列出来，成为阻断项。
带来：检查和厂家核对有据。
包装解析为本库预置树，便于现场拆码，不等于监管平台回传。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5778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73152" cy="480060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89888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厂家流向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19072"/>
            <a:ext cx="5266944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出库确认后生成流向。厂家次日可查（当天显示次日可见）。
采供维护品种集合，IT 开查询账号，账号次日生效——与流程图原话一致。
查错：先查明细，再核实修正。
作用：对厂家交代货卖到哪家医院。
带来：减少「流向系统里没有」的投诉。
监管上报是否必须，请书面确认后另接，不把它说成已经完成。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18  /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三、闭环设计  ·  日清月结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当天有没有清完，用清单说话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对应流程图：销售结算，生成当天销售额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73152" cy="2194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会拦住的（不处理不能日清）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00784"/>
            <a:ext cx="52669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还在草稿的采购入库、销售出库、升益单
出库缺追溯码
现结未回款 / 部分回款
缺随货票据、缺签名、金额不符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593591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593591"/>
            <a:ext cx="73152" cy="2194560"/>
          </a:xfrm>
          <a:prstGeom prst="rect">
            <a:avLst/>
          </a:prstGeom>
          <a:solidFill>
            <a:srgbClr val="B8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703319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会列出但不挡日清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032503"/>
            <a:ext cx="52669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月结未回款：必须看见，方便催收，但不阻止仓库当天收工。
待收货：在途要跟，不把运输时间算成财务未清。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61872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261872"/>
            <a:ext cx="73152" cy="452628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371600"/>
            <a:ext cx="5266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作用 · 效果 · 带来什么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700784"/>
            <a:ext cx="5266944" cy="3995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作用：把「好像忙完了」变成可勾选的阻断项。未清条数为 0 才能确认日清；已日清不可重复点。
效果：当天销售额只统计已确认出库；草稿暴露在清单上。月结按已确认入出库汇总，确认后不能随意重做。
带来：老板问「今天清了没」有答案；现结当天必须见钱或见手续；为交付验收提供可重复的收口动作。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19  / 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谁在哪一端做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同一套单据，五个工位接着做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不是五套账。网页指挥；PC 查票款；小程序外勤；手机仓现场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011680" cy="1078992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36192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全量作业：档案、入出库、日清月结、异常单、权限。所有确认、释放、对账在这里完成。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2011680" cy="1078992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PC 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24912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发票查询台：20 位发票号、未回款列表、批号库存、红冲。财务和内勤 10 秒看一票。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2011680" cy="107899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小程序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913632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业务员在医院门口提缺货、销退、冲账、扫码。对应流程图里大量「业务员选择 / 录入」。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2011680" cy="107899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93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Android / 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5102352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仓管收货、记异常、捡货、退货收回、推进状态。规则在后端，手机不能绕过防超卖和重复签收。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20  /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6B93"/>
                </a:solidFill>
                <a:latin typeface="PingFang SC"/>
                <a:ea typeface="PingFang SC"/>
                <a:cs typeface="PingFang SC"/>
              </a:rPr>
              <a:t>为什么可以交付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PingFang SC"/>
                <a:ea typeface="PingFang SC"/>
                <a:cs typeface="PingFang SC"/>
              </a:rPr>
              <a:t>请按货、票、钱、码是否管住来验收，而不是按菜单数量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演示环境已按主链路实测，有书面记录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4416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采购入库带批号、效期；已确认单不能再当草稿改。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3852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3852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出库按批号扣库存；库存不足拒绝，库存不被脏写。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3288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3288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医院已签收再提交失败；待收货不会被签成两笔。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2724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12724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追溯码按发票号可查；重复采码拒绝。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2160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72160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回款三态、金额硬规则、未回款列表、发票号三种查法已接通。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1596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1596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日清能拦住草稿、缺码、现结未回款、缺票缺签名。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0060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1032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91032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缺货、到货异常、销退、冲账、分货、物流、信誉额、统筹值、厂家流向与 2023 流程图同逻辑。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530352" cy="530352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504688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504688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PingFang SC"/>
                <a:ea typeface="PingFang SC"/>
                <a:cs typeface="PingFang SC"/>
              </a:rPr>
              <a:t>操作手册、备份恢复、巡检回滚已作为运维包准备；网页可全量，PC / 小程序 / App 走同一接口。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药企进销存交付介绍  ·  依据《公司运作流程图2023》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AA7B5"/>
                </a:solidFill>
                <a:latin typeface="PingFang SC"/>
                <a:ea typeface="PingFang SC"/>
                <a:cs typeface="PingFang SC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8BA8"/>
                </a:solidFill>
                <a:latin typeface="PingFang SC"/>
                <a:ea typeface="PingFang SC"/>
                <a:cs typeface="PingFang SC"/>
              </a:rPr>
              <a:t>交付口径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主链路货票钱码可走通、可拦住、可对账。
异常有单据，回款有判断，日清有阻断。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8A3A"/>
                </a:solidFill>
                <a:latin typeface="PingFang SC"/>
                <a:ea typeface="PingFang SC"/>
                <a:cs typeface="PingFang SC"/>
              </a:rPr>
              <a:t>请客户今天确认的三件事（功能已具备，生产按此开通）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E0EE"/>
                </a:solidFill>
                <a:latin typeface="PingFang SC"/>
                <a:ea typeface="PingFang SC"/>
                <a:cs typeface="PingFang SC"/>
              </a:rPr>
              <a:t>1.  备案域名走 HTTPS —— 这是生产形态，不是功能缺失。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E0EE"/>
                </a:solidFill>
                <a:latin typeface="PingFang SC"/>
                <a:ea typeface="PingFang SC"/>
                <a:cs typeface="PingFang SC"/>
              </a:rPr>
              <a:t>2.  按采购、仓管、销售、财务配置实名岗位账号，停用演示口令。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E0EE"/>
                </a:solidFill>
                <a:latin typeface="PingFang SC"/>
                <a:ea typeface="PingFang SC"/>
                <a:cs typeface="PingFang SC"/>
              </a:rPr>
              <a:t>3.  是否必须对接码上放心等监管平台：系统内采码查码已具备，上报另书面确认。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10881360" cy="1554480"/>
          </a:xfrm>
          <a:prstGeom prst="roundRect">
            <a:avLst>
              <a:gd name="adj" fmla="val 8000"/>
            </a:avLst>
          </a:prstGeom>
          <a:solidFill>
            <a:srgbClr val="15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10424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建议现场走四步：草稿入库并确认  →  超库存出库被拒  →  正常出库后用发票号查「未回款」  →  打开日清看阻断项。
走完这四步，就能判断：货管住了、票串起来了、钱看得见、当天清得了。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8A3A"/>
                </a:solidFill>
                <a:latin typeface="PingFang SC"/>
                <a:ea typeface="PingFang SC"/>
                <a:cs typeface="PingFang SC"/>
              </a:rPr>
              <a:t>介绍完毕，请各位提问。优先：回款判断、发票号、草稿、异常完结状态。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CB0"/>
                </a:solidFill>
                <a:latin typeface="PingFang SC"/>
                <a:ea typeface="PingFang SC"/>
                <a:cs typeface="PingFang SC"/>
              </a:rPr>
              <a:t>依据《公司运作流程图2023》  ·  药企进销存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